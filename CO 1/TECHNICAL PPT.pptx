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48EB2-D3E3-BD42-E8F2-D995C36DD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AB720-5721-72B7-7AD1-FEF6026BE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D4B78-6644-6393-271D-467DD5F7F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94D42-1C1B-4A17-AE92-11B7246E3E1D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9B509-6861-9E19-69D3-63FCF719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8FEE-DBA4-B56E-F162-11BC25498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021E-E6F2-41E1-9B48-A17C6D203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52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83D-8ED2-5C8E-AF5E-0BDB86E58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8D46C-3053-79A8-1850-4C85BF5F5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A38D4-27C1-03CA-E01B-55B6226BA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94D42-1C1B-4A17-AE92-11B7246E3E1D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948FF-285C-E02E-3826-D7DF50CAE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0B0A1-61AB-03C6-26DF-85E81288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021E-E6F2-41E1-9B48-A17C6D203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859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333C7-496B-90E2-324C-B478FC61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17615-C8D4-0C0D-E8FB-84DE04855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AEB16-A9AE-846D-329A-24B062F8F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94D42-1C1B-4A17-AE92-11B7246E3E1D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2D0E3-B7AC-916E-96CA-D2CE7A10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080B8-75D0-3350-F555-99218C74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021E-E6F2-41E1-9B48-A17C6D203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68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EF489-A76D-9493-17C4-DD4FE651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59DB3-8E45-E802-9F47-B6612BDBB0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9CA12-988F-A6B2-C440-17CF83811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B1EF3-9078-7328-3897-232DB7285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94D42-1C1B-4A17-AE92-11B7246E3E1D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EB7CC-BE5E-733B-08E9-4C0D3D37B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0FECF-982C-49E5-37F9-F261CAFC0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021E-E6F2-41E1-9B48-A17C6D203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83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AC464-3DEF-F5D1-45D8-5D5B5301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9154B-D873-F664-3BCB-B0CB21BF4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0516F-4315-D3E1-9E0F-E0FEF2FBB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A2858E-1D01-6323-8D19-9E4EBCDFB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59E3E9-EFDE-DFF5-F8AB-A57C5DC7D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8E9C00-7222-9349-7402-B627E315F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94D42-1C1B-4A17-AE92-11B7246E3E1D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9317F9-EE8C-AE0A-EF0A-2617D0C39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B5B4CC-C751-8ABF-5606-A55B2744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021E-E6F2-41E1-9B48-A17C6D203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221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15E40-43E0-0C35-DDC2-0CE2AAD77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A23935-99BC-CE5B-1B7D-623F3325A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94D42-1C1B-4A17-AE92-11B7246E3E1D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FCDF6-F1B9-2CCE-4AC8-8E4D3331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46A097-0E55-8557-3272-5471B0C15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021E-E6F2-41E1-9B48-A17C6D203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831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01712E-DF2B-011B-1979-A82371C53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94D42-1C1B-4A17-AE92-11B7246E3E1D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E92941-28D2-13DC-3675-6714D96C8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8BC1D-A7C4-147F-8638-DE209EC4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021E-E6F2-41E1-9B48-A17C6D203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43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EDBF3-7276-F17D-1CDA-A3914121E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91E2D-5571-C62F-CA66-EB71AB31C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03376-8293-A7D5-F1B3-14DC6D824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CF928-3C20-6D20-AC9D-7663F3529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94D42-1C1B-4A17-AE92-11B7246E3E1D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900B1-C675-0B68-E0C1-6005CC5F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C3704-195C-C2BE-6BBF-E76DA24C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021E-E6F2-41E1-9B48-A17C6D203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273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6FB86-1F92-7287-3921-9D14358C8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27A4EE-FA6A-C384-9701-9F420E0A11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0F2F1-00FE-B338-BDCD-AF87CA515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1F3BB-4B59-6B7C-F694-8235A1754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94D42-1C1B-4A17-AE92-11B7246E3E1D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7A37F-04D6-37FC-6A9A-44EBD1E29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FA3AA-A2C8-858F-258D-692BFA656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021E-E6F2-41E1-9B48-A17C6D203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723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49A9E-865F-8154-6590-32181A187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A1A05-371A-0757-D223-754C71C5B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E2E80-38FE-034B-7E6F-FC4676CAC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94D42-1C1B-4A17-AE92-11B7246E3E1D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46F92-0F4F-A008-461C-D5F9AFC3F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5CF50-922D-4249-52C8-6E8CA6D8D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021E-E6F2-41E1-9B48-A17C6D203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018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FC4DE8-AF5A-CD8F-0DBA-54E12326DE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712A0-CF43-5C47-B340-4BE7843E9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ECC81-76E3-F99E-B8B5-99F8E4A47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94D42-1C1B-4A17-AE92-11B7246E3E1D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28D23-0AFA-C714-AFD1-79377B205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1DBB4-DD97-FBC2-C41C-F1E54C833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021E-E6F2-41E1-9B48-A17C6D203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91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3FA035-6D68-C00C-D8B2-DCD95D51A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0A8CA-11E1-6371-1186-4EED5F9AA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2D54F-3DF7-725F-5B1A-D9C3349F8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B94D42-1C1B-4A17-AE92-11B7246E3E1D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685C8-93F5-E36D-D3CD-1406EBF57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6DE2A-3846-FDFC-4661-D53924DF6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6021E-E6F2-41E1-9B48-A17C6D203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006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58577-1808-3368-2DDE-F8531D5878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internet communication using OSI layers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15A8B-0262-8733-584E-57E3D3555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6946" y="4907756"/>
            <a:ext cx="5604164" cy="1655762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B.GANESH REDDY(192425126)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428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8D33-EC5C-1ECD-5CAC-2AD4027DF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INTRODUCTION:</a:t>
            </a:r>
            <a:endParaRPr lang="en-IN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33561-9C5F-E929-C918-CFCA944ED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internet provides internet access through satellites in space.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helps people connect to the internet in remote and rural areas.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satellite sends and receives data between the user and the ground station.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useful where cable 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is not available.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OSI model explains how data travels through different network layers.</a:t>
            </a:r>
          </a:p>
        </p:txBody>
      </p:sp>
    </p:spTree>
    <p:extLst>
      <p:ext uri="{BB962C8B-B14F-4D97-AF65-F5344CB8AC3E}">
        <p14:creationId xmlns:p14="http://schemas.microsoft.com/office/powerpoint/2010/main" val="2039079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35C7-0727-43F5-1F7D-17E37919B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PHYSICAL LAYER:</a:t>
            </a:r>
            <a:endParaRPr lang="en-IN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AD03D-5B0F-374A-B94A-E84433A56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Physical Layer sends data as radio signals.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Satellites use antennas to transmit and receive these signals.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devices communicate with the satellite using satellite dishes.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layer is responsible for the actual transmission of data.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strong signal helps improve communication quality.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0481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7892-0B87-0290-46D9-97274490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DATALINK AND NETWORK LAYERS: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A78F0-A66C-8409-1354-4D0F52ABC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Link Layer transfers data without errors.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checks the data before sending it to the next layer.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Network Layer finds the best path for data packets.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IP addresses to send data to the correct destination.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layers help make satellite communication reliable.</a:t>
            </a:r>
          </a:p>
        </p:txBody>
      </p:sp>
    </p:spTree>
    <p:extLst>
      <p:ext uri="{BB962C8B-B14F-4D97-AF65-F5344CB8AC3E}">
        <p14:creationId xmlns:p14="http://schemas.microsoft.com/office/powerpoint/2010/main" val="2225585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08ABB-078F-9AC0-EDE5-B75AD2B20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TRASPORT AND SESSION LAYERS: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34407-AF34-C76B-877C-077FAD36A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Transport Layer ensures complete and correct data delivery.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divides large data into smaller packets.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Session Layer starts and manages communication sessions.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keeps the connection active during data transfer.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layers improve communication stability.</a:t>
            </a:r>
          </a:p>
        </p:txBody>
      </p:sp>
    </p:spTree>
    <p:extLst>
      <p:ext uri="{BB962C8B-B14F-4D97-AF65-F5344CB8AC3E}">
        <p14:creationId xmlns:p14="http://schemas.microsoft.com/office/powerpoint/2010/main" val="2915528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2CED6-3D0A-B4EE-BB86-B235D055C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PRESENTATION AND APPLICATION LAYERS: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0DFAF-6639-1835-2E86-E4591A4E8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2270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Presentation Layer converts data into a readable format.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also encrypts and decrypts data for security.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Application Layer provides services like web browsing and email.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seven OSI layers work together for satellite internet communication.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OSI model helps make satellite communication fast, secure, and efficient.</a:t>
            </a:r>
          </a:p>
        </p:txBody>
      </p:sp>
    </p:spTree>
    <p:extLst>
      <p:ext uri="{BB962C8B-B14F-4D97-AF65-F5344CB8AC3E}">
        <p14:creationId xmlns:p14="http://schemas.microsoft.com/office/powerpoint/2010/main" val="3093097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D605-2584-AD4D-ADF2-516032519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BCD53D-0EF1-4D37-C002-43FB2B68E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2736"/>
            <a:ext cx="12191999" cy="705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75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306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Wingdings</vt:lpstr>
      <vt:lpstr>Office Theme</vt:lpstr>
      <vt:lpstr>Satellite internet communication using OSI layers</vt:lpstr>
      <vt:lpstr>INTRODUCTION:</vt:lpstr>
      <vt:lpstr>PHYSICAL LAYER:</vt:lpstr>
      <vt:lpstr>DATALINK AND NETWORK LAYERS:</vt:lpstr>
      <vt:lpstr>TRASPORT AND SESSION LAYERS:</vt:lpstr>
      <vt:lpstr>PRESENTATION AND APPLICATION LAYERS: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 Yadav</dc:creator>
  <cp:lastModifiedBy>mokshinarra18@gmail.com</cp:lastModifiedBy>
  <cp:revision>3</cp:revision>
  <dcterms:created xsi:type="dcterms:W3CDTF">2026-07-15T02:45:18Z</dcterms:created>
  <dcterms:modified xsi:type="dcterms:W3CDTF">2026-07-15T05:38:56Z</dcterms:modified>
</cp:coreProperties>
</file>